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MailTone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365760"/>
            <a:ext cx="4206240" cy="4206240"/>
          </a:xfrm>
          <a:prstGeom prst="ellipse">
            <a:avLst/>
          </a:prstGeom>
          <a:solidFill>
            <a:srgbClr val="1E3A6E">
              <a:alpha val="45000"/>
            </a:srgbClr>
          </a:solidFill>
          <a:ln w="12700">
            <a:solidFill>
              <a:srgbClr val="1E3A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1371600"/>
            <a:ext cx="2194560" cy="21945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38BDF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0116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MailTone AI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Tone &amp; Intent Analyzer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Traditional NLP with Generative AI for Smarter Professional Communication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Nema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Data Science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communication lacks: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46120" y="141732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0" y="141732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77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Intent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80360" y="2903220"/>
            <a:ext cx="4572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3774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2377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Text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06440" y="2903220"/>
            <a:ext cx="4572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23774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377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Perception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Intent ≠ Perception — possible mismatch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or urgent message may be read as: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402336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402336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402336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Impatient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402336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Unprofessional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4630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sentiment &amp; linguistic features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280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328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tone-related indicators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95160" y="14630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45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7220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sender intent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417320" y="32004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9436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recipient perception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3832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38328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communication risks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995160" y="32004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3832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17220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improvements &amp; rewrite professionally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0B1B3A"/>
          </a:solidFill>
          <a:ln>
            <a:solidFill>
              <a:srgbClr val="0B1B3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60320" y="1280160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0B1B3A"/>
          </a:solidFill>
          <a:ln>
            <a:solidFill>
              <a:srgbClr val="0B1B3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201168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265176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0" y="329184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280160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 SDK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1280160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0B1B3A"/>
          </a:solidFill>
          <a:ln>
            <a:solidFill>
              <a:srgbClr val="0B1B3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Support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01168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65176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329184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393192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914400" cy="2926080"/>
          </a:xfrm>
          <a:prstGeom prst="roundRect">
            <a:avLst>
              <a:gd name="adj" fmla="val 12000"/>
            </a:avLst>
          </a:prstGeom>
          <a:solidFill>
            <a:srgbClr val="E8F0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Input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554480" y="1188720"/>
            <a:ext cx="1097280" cy="292608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03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606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80960" y="1188720"/>
            <a:ext cx="1097280" cy="2926080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2606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926080" y="11887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E8F0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292608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063240" y="1737360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063240" y="2130552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063240" y="2523744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063240" y="2916936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063240" y="3310128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063240" y="3703320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03520" y="11887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0B1B3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440680" y="1737360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40680" y="2130552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40680" y="2523744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40680" y="2916936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440680" y="3310128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440680" y="3703320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1E3A6E"/>
          </a:solidFill>
          <a:ln w="9525"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1298448" y="2651760"/>
            <a:ext cx="237744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2670048" y="2651760"/>
            <a:ext cx="237744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5047488" y="2651760"/>
            <a:ext cx="237744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7424928" y="2651760"/>
            <a:ext cx="237744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Text 27"/>
          <p:cNvSpPr txBox="1"/>
          <p:nvPr/>
        </p:nvSpPr>
        <p:spPr>
          <a:xfrm>
            <a:off x="416052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Email + NLP features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64008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Structured JSON (Pydantic)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824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76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(TextBlob)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700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keyword extraction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1638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indicators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analysis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513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risk estimation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already asked you three times to send the report.”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2880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Frustration-related wording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report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communication risk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gives measurable features. Gemini adds contextual understanding.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508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60320" y="150876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Email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4572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1463040" cy="64008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4572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0" y="150876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0B1B3A"/>
          </a:solidFill>
          <a:ln>
            <a:solidFill>
              <a:srgbClr val="0B1B3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Interpretation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283464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283464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342900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342900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Perception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Risks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46120" y="40233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40233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Email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instructs Gemini to: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64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6002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wording, not personality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1136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21671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inventing information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8064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14400" y="27340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original meaning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64992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4400" y="33009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traditional NLP results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31920"/>
            <a:ext cx="292608" cy="29260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14400" y="38679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structured results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4754880" y="118872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498348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"primary_tone": "Frustrated",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"intent": "Request",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"professionalism_score": 55,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"urgency_score": 85,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"communication_risks": [...]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4754880" y="370332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→ reliable structured output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69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Email input</a:t>
            </a:r>
            <a:endParaRPr lang="en-US" sz="1200" dirty="0"/>
          </a:p>
        </p:txBody>
      </p:sp>
      <p:pic>
        <p:nvPicPr>
          <p:cNvPr id="4" name="Image 0" descr="/mnt/user-data/uploads/1791144392826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3749040" cy="17381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3749040" cy="1738191"/>
          </a:xfrm>
          <a:prstGeom prst="rect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1272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AI communication analysis</a:t>
            </a:r>
            <a:endParaRPr lang="en-US" sz="1200" dirty="0"/>
          </a:p>
        </p:txBody>
      </p:sp>
      <p:pic>
        <p:nvPicPr>
          <p:cNvPr id="7" name="Image 1" descr="/mnt/user-data/uploads/Screenshot_2026-10-05_01354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383280"/>
            <a:ext cx="3749040" cy="127136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383280"/>
            <a:ext cx="3749040" cy="1271362"/>
          </a:xfrm>
          <a:prstGeom prst="rect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389120" y="10698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Traditional NLP analysis</a:t>
            </a:r>
            <a:endParaRPr lang="en-US" sz="1200" dirty="0"/>
          </a:p>
        </p:txBody>
      </p:sp>
      <p:pic>
        <p:nvPicPr>
          <p:cNvPr id="10" name="Image 2" descr="/mnt/user-data/uploads/Screenshot_2026-10-05_013536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0" y="1325880"/>
            <a:ext cx="4297680" cy="205619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89120" y="1325880"/>
            <a:ext cx="4297680" cy="2056198"/>
          </a:xfrm>
          <a:prstGeom prst="rect">
            <a:avLst/>
          </a:prstGeom>
          <a:ln w="9525">
            <a:solidFill>
              <a:srgbClr val="CBD5E1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389120" y="3611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the running Streamlit app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already asked you three times to send the report. Please send it today because I need to submit it before the deadline.”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2057400"/>
            <a:ext cx="10972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12080" y="118872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4068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6002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please send the report today? I would appreciate it, as I need to submit it before the deadline.”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the original email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82219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/ Urgent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139696" y="347472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39696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85416" y="382219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822192" y="347472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22192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82219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Low–Moderate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04688" y="347472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04688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550408" y="382219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87184" y="347472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87184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32904" y="3822192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confrontational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 + Generative AI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40864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2267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analysis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79776"/>
            <a:ext cx="219456" cy="2194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2706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linguistic features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18688"/>
            <a:ext cx="219456" cy="21945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97280" y="3145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suggestions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57600"/>
            <a:ext cx="219456" cy="21945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97280" y="3584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rewriting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96512"/>
            <a:ext cx="219456" cy="21945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9728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interface</a:t>
            </a:r>
            <a:endParaRPr lang="en-US" sz="1400" dirty="0"/>
          </a:p>
        </p:txBody>
      </p:sp>
      <p:sp>
        <p:nvSpPr>
          <p:cNvPr id="17" name="Shape 9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4937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901952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3035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indicators may miss context</a:t>
            </a:r>
            <a:endParaRPr lang="en-US" sz="14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340864"/>
            <a:ext cx="219456" cy="219456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303520" y="2267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perception is subjective</a:t>
            </a:r>
            <a:endParaRPr lang="en-US" sz="14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779776"/>
            <a:ext cx="219456" cy="219456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303520" y="2706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dependency</a:t>
            </a:r>
            <a:endParaRPr lang="en-US" sz="14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218688"/>
            <a:ext cx="219456" cy="219456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303520" y="3145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English-focused</a:t>
            </a:r>
            <a:endParaRPr lang="en-US" sz="14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657600"/>
            <a:ext cx="219456" cy="219456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03520" y="3584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scores are estimates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MailTone AI combines measurable NLP features with LLM-based contextual understanding to help users communicate more effectively.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E3A6E"/>
          </a:solidFill>
          <a:ln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Outlook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46120" y="21945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E3A6E"/>
          </a:solidFill>
          <a:ln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E3A6E"/>
          </a:solidFill>
          <a:ln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writing styles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E3A6E"/>
          </a:solidFill>
          <a:ln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email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27889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E3A6E"/>
          </a:solidFill>
          <a:ln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history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27889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E3A6E"/>
          </a:solidFill>
          <a:ln>
            <a:solidFill>
              <a:srgbClr val="1E3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tone classification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 •  Understand  •  Improve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lTone">
  <a:themeElements>
    <a:clrScheme name="MailTone">
      <a:dk1>
        <a:srgbClr val="0B1B3A"/>
      </a:dk1>
      <a:lt1>
        <a:srgbClr val="FFFFFF"/>
      </a:lt1>
      <a:dk2>
        <a:srgbClr val="1E3A6E"/>
      </a:dk2>
      <a:lt2>
        <a:srgbClr val="E8F0FF"/>
      </a:lt2>
      <a:accent1>
        <a:srgbClr val="2563EB"/>
      </a:accent1>
      <a:accent2>
        <a:srgbClr val="38BDF8"/>
      </a:accent2>
      <a:accent3>
        <a:srgbClr val="16A34A"/>
      </a:accent3>
      <a:accent4>
        <a:srgbClr val="DC2626"/>
      </a:accent4>
      <a:accent5>
        <a:srgbClr val="475569"/>
      </a:accent5>
      <a:accent6>
        <a:srgbClr val="94A3B8"/>
      </a:accent6>
      <a:hlink>
        <a:srgbClr val="2563EB"/>
      </a:hlink>
      <a:folHlink>
        <a:srgbClr val="1E3A6E"/>
      </a:folHlink>
    </a:clrScheme>
    <a:fontScheme name="MailTon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MailTone AI</dc:title>
  <dc:subject>PptxGenJS Presentation</dc:subject>
  <dc:creator>Krishna Nema</dc:creator>
  <cp:lastModifiedBy>Krishna Nema</cp:lastModifiedBy>
  <cp:revision>1</cp:revision>
  <dcterms:created xsi:type="dcterms:W3CDTF">2026-10-04T20:09:36Z</dcterms:created>
  <dcterms:modified xsi:type="dcterms:W3CDTF">2026-10-04T20:09:36Z</dcterms:modified>
</cp:coreProperties>
</file>